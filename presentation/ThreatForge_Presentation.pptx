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6868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1F5F9"/>
                </a:solidFill>
                <a:latin typeface="Aptos"/>
              </a:rPr>
              <a:t>THREATFORGE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6459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Aptos"/>
              </a:rPr>
              <a:t>Threat Intelligence Correlation &amp; Alert Prioritisation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0ACBE"/>
                </a:solidFill>
                <a:latin typeface="Aptos"/>
              </a:rPr>
              <a:t>TEAM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71800"/>
            <a:ext cx="4800600" cy="7315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1821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Vasta Odedara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971800"/>
            <a:ext cx="4800600" cy="731520"/>
          </a:xfrm>
          <a:prstGeom prst="roundRect">
            <a:avLst/>
          </a:prstGeom>
          <a:solidFill>
            <a:srgbClr val="11182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31821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Pinak Gathani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31920"/>
            <a:ext cx="4800600" cy="73152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1422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Rupam Chavda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4800600" cy="731520"/>
          </a:xfrm>
          <a:prstGeom prst="roundRect">
            <a:avLst/>
          </a:prstGeom>
          <a:solidFill>
            <a:srgbClr val="1118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1422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Krish Patel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ACC15"/>
                </a:solidFill>
                <a:latin typeface="Aptos"/>
              </a:rPr>
              <a:t>TEAM NAME: THREATFORGE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IBM Bob AI Innovation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D2 Threat Intelligence Correlation &amp; Alert Prioritisation Assistant • Critical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Aptos"/>
              </a:rPr>
              <a:t>THE OPERATIONAL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9966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Defence analysts receive thousands of alerts daily.</a:t>
            </a:r>
          </a:p>
          <a:p>
            <a:pPr>
              <a:spcAft>
                <a:spcPts val="9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Sources include SIEM systems, satellite feeds, cyber sensors, and intelligence reports.</a:t>
            </a:r>
          </a:p>
          <a:p>
            <a:pPr>
              <a:spcAft>
                <a:spcPts val="9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These sources produce information in different formats.</a:t>
            </a:r>
          </a:p>
          <a:p>
            <a:pPr>
              <a:spcAft>
                <a:spcPts val="9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No human team can manually read and correlate every alert.</a:t>
            </a:r>
          </a:p>
          <a:p>
            <a:pPr>
              <a:spcAft>
                <a:spcPts val="9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Missing a genuine threat is catastrophic; chasing false positives wastes critical resources.</a:t>
            </a:r>
          </a:p>
          <a:p>
            <a:pPr>
              <a:spcAft>
                <a:spcPts val="9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Threat assessments must be produced in structured BLUF (Bottom Line Up Front) format so commanders get a clear picture in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ACC15"/>
                </a:solidFill>
                <a:latin typeface="Aptos"/>
              </a:rPr>
              <a:t>Challenge → alert overload + fragmented evidence + slow prioritisation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ThreatForge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Unify heterogeneous telemetry before making an investigation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46888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66420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SIEM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0ACBE"/>
                </a:solidFill>
                <a:latin typeface="Aptos"/>
              </a:rPr>
              <a:t>Security events &amp;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46888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84448" y="166420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CYBER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0ACBE"/>
                </a:solidFill>
                <a:latin typeface="Aptos"/>
              </a:rPr>
              <a:t>Endpoint / cyber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46888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66420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SATELLITE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0ACBE"/>
                </a:solidFill>
                <a:latin typeface="Aptos"/>
              </a:rPr>
              <a:t>Physical / geospatial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17320"/>
            <a:ext cx="246888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45167" y="166420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7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0ACBE"/>
                </a:solidFill>
                <a:latin typeface="Aptos"/>
              </a:rPr>
              <a:t>Reports / IOCs / campaigns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154680"/>
            <a:ext cx="4251960" cy="1143000"/>
          </a:xfrm>
          <a:prstGeom prst="roundRect">
            <a:avLst/>
          </a:prstGeom>
          <a:solidFill>
            <a:srgbClr val="161F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340156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D3EE"/>
                </a:solidFill>
                <a:latin typeface="Aptos"/>
              </a:rPr>
              <a:t>THREATFORGE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76732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Evidence Fusion &amp; Alert Prioritisation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846320"/>
            <a:ext cx="8229600" cy="68580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57400" y="504748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Aptos"/>
              </a:rPr>
              <a:t>Output: correlated incidents • MITRE context • priority • BLUF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  <a:p>
            <a:r>
              <a:t>• Dataset: 15,000 threat records used for analysis/model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Step 1 — Feed Bot &amp;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Continuously simulate multi-source telemetry and bring it into one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FEED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One event every 10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6400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0603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Aptos"/>
              </a:rPr>
              <a:t>10s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0603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CBE"/>
                </a:solidFill>
                <a:latin typeface="Aptos"/>
              </a:rPr>
              <a:t>emit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72968"/>
            <a:ext cx="6400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1868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4D399"/>
                </a:solidFill>
                <a:latin typeface="Aptos"/>
              </a:rPr>
              <a:t>20s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18687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CYBER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1868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CBE"/>
                </a:solidFill>
                <a:latin typeface="Aptos"/>
              </a:rPr>
              <a:t>emit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85615"/>
            <a:ext cx="6400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78BFA"/>
                </a:solidFill>
                <a:latin typeface="Aptos"/>
              </a:rPr>
              <a:t>30s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831335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SATELLITE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31335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CBE"/>
                </a:solidFill>
                <a:latin typeface="Aptos"/>
              </a:rPr>
              <a:t>emit event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98264"/>
            <a:ext cx="6400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4439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ACC15"/>
                </a:solidFill>
                <a:latin typeface="Aptos"/>
              </a:rPr>
              <a:t>40s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443984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4398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CBE"/>
                </a:solidFill>
                <a:latin typeface="Aptos"/>
              </a:rPr>
              <a:t>emit event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25880"/>
            <a:ext cx="5257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tos"/>
              </a:rPr>
              <a:t>INGESTION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240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Receive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2402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CBE"/>
                </a:solidFill>
                <a:latin typeface="Aptos"/>
              </a:rPr>
              <a:t>Accept source 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926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CBE"/>
                </a:solidFill>
                <a:latin typeface="Aptos"/>
              </a:rPr>
              <a:t>Check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611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611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Enrich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11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CBE"/>
                </a:solidFill>
                <a:latin typeface="Aptos"/>
              </a:rPr>
              <a:t>Attach timestamp / IDs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2976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297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CBE"/>
                </a:solidFill>
                <a:latin typeface="Aptos"/>
              </a:rPr>
              <a:t>Send into processing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Step 2 — Normalization &amp;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Convert different schemas into comparable data, then generate an advisory threat signal</a:t>
            </a:r>
          </a:p>
          <a:p>
            <a:r>
              <a:t>• XGBoost is supported by a 15,000-record threat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Aptos"/>
              </a:rPr>
              <a:t>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233172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79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0ACBE"/>
                </a:solidFill>
                <a:latin typeface="Aptos"/>
              </a:rPr>
              <a:t>SIEM.host /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24912"/>
            <a:ext cx="233172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0ACBE"/>
                </a:solidFill>
                <a:latin typeface="Aptos"/>
              </a:rPr>
              <a:t>CyberSensor.process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55263"/>
            <a:ext cx="233172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00983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0ACBE"/>
                </a:solidFill>
                <a:latin typeface="Aptos"/>
              </a:rPr>
              <a:t>Intel.indicator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85615"/>
            <a:ext cx="233172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0ACBE"/>
                </a:solidFill>
                <a:latin typeface="Aptos"/>
              </a:rPr>
              <a:t>Satellite.location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651760"/>
            <a:ext cx="1645920" cy="1143000"/>
          </a:xfrm>
          <a:prstGeom prst="roundRect">
            <a:avLst/>
          </a:prstGeom>
          <a:solidFill>
            <a:srgbClr val="161F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2907792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5F9"/>
                </a:solidFill>
                <a:latin typeface="Aptos"/>
              </a:rPr>
              <a:t>COMMON
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0ACBE"/>
                </a:solidFill>
                <a:latin typeface="Aptos"/>
              </a:rPr>
              <a:t>timestamp • source • entity • indicator • severity •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25880"/>
            <a:ext cx="516636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6642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XGBOOST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Normalized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788920"/>
            <a:ext cx="1828800" cy="914400"/>
          </a:xfrm>
          <a:prstGeom prst="roundRect">
            <a:avLst/>
          </a:prstGeom>
          <a:solidFill>
            <a:srgbClr val="161F30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29992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Aptos"/>
              </a:rPr>
              <a:t>Threat
Signal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651760"/>
            <a:ext cx="1920240" cy="118872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2971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Aptos"/>
              </a:rPr>
              <a:t>Advisory
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BE"/>
                </a:solidFill>
                <a:latin typeface="Aptos"/>
              </a:rPr>
              <a:t>Important: XGBoost is advisory; final assessment uses correlated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Step 3 — Correlation &amp; Incident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Combine independent observations to separate supported threats from isolated noise</a:t>
            </a:r>
          </a:p>
          <a:p>
            <a:r>
              <a:t>• Correlation operates on normalized events and evidence from the dataset/feed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46888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B82F6"/>
                </a:solidFill>
                <a:latin typeface="Aptos"/>
              </a:rPr>
              <a:t>SIEM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5623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Failed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46888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536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4D399"/>
                </a:solidFill>
                <a:latin typeface="Aptos"/>
              </a:rPr>
              <a:t>CYBER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5623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PowerShell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246888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ACC15"/>
                </a:solidFill>
                <a:latin typeface="Aptos"/>
              </a:rPr>
              <a:t>INTEL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Known IOC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25880"/>
            <a:ext cx="246888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536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A78BFA"/>
                </a:solidFill>
                <a:latin typeface="Aptos"/>
              </a:rPr>
              <a:t>SATELLITE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5623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Sector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743200"/>
            <a:ext cx="4846320" cy="1143000"/>
          </a:xfrm>
          <a:prstGeom prst="roundRect">
            <a:avLst/>
          </a:prstGeom>
          <a:solidFill>
            <a:srgbClr val="161F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3017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Aptos"/>
              </a:rPr>
              <a:t>CORRELATION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401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  <a:latin typeface="Aptos"/>
              </a:rPr>
              <a:t>Time + entity + behavior + cross-source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521208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SUPPORTED THREAT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1F5F9"/>
                </a:solidFill>
                <a:latin typeface="Aptos"/>
              </a:rPr>
              <a:t>Multiple corroborating observations → incident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389120"/>
            <a:ext cx="521208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Aptos"/>
              </a:rPr>
              <a:t>FALSE POSITIVE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6177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F1F5F9"/>
                </a:solidFill>
                <a:latin typeface="Aptos"/>
              </a:rPr>
              <a:t>Suspicious alone, weak/no corroboration → lower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Step 4 — MITRE ATT&amp;CK &amp; 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Explain what the behavior represents and add external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Aptos"/>
              </a:rPr>
              <a:t>MITRE ATT&amp;CK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4526280" cy="64008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44144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Observed: PowerShell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3383280"/>
            <a:ext cx="3703320" cy="914400"/>
          </a:xfrm>
          <a:prstGeom prst="roundRect">
            <a:avLst/>
          </a:prstGeom>
          <a:solidFill>
            <a:srgbClr val="161F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35844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Aptos"/>
              </a:rPr>
              <a:t>T1059.001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84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PowerShell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A0ACBE"/>
                </a:solidFill>
                <a:latin typeface="Aptos"/>
              </a:rPr>
              <a:t>MITRE answers: “Which known attacker technique does this behavior resemble?”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Aptos"/>
              </a:rPr>
              <a:t>IOC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21992"/>
            <a:ext cx="31546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2267712"/>
            <a:ext cx="2880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1F5F9"/>
                </a:solidFill>
                <a:latin typeface="Aptos"/>
              </a:rPr>
              <a:t>IP / domain /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620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Aptos"/>
              </a:rPr>
              <a:t>CAMPAIGN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43784"/>
            <a:ext cx="31546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2889504"/>
            <a:ext cx="2880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1F5F9"/>
                </a:solidFill>
                <a:latin typeface="Aptos"/>
              </a:rPr>
              <a:t>Known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Aptos"/>
              </a:rPr>
              <a:t>ACTOR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465576"/>
            <a:ext cx="31546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3511296"/>
            <a:ext cx="2880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1F5F9"/>
                </a:solidFill>
                <a:latin typeface="Aptos"/>
              </a:rPr>
              <a:t>Threat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056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Aptos"/>
              </a:rPr>
              <a:t>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087368"/>
            <a:ext cx="3154680" cy="347472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4133088"/>
            <a:ext cx="2880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1F5F9"/>
                </a:solidFill>
                <a:latin typeface="Aptos"/>
              </a:rPr>
              <a:t>External corroboration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Step 5 — Risk Prioritisation &amp; BLUF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Turn complex evidence into an investigation priority and commander-ready summary</a:t>
            </a:r>
          </a:p>
          <a:p>
            <a:r>
              <a:t>• Dataset-driven threat assessment + live correlated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ML threat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060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Correlation 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Severity /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204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MITRE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77639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Threat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348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Source corroboration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ACC15"/>
                </a:solidFill>
                <a:latin typeface="Aptos"/>
              </a:rPr>
              <a:t>LOW  •  MEDIUM  •  HIGH  •  CRITICAL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25880"/>
            <a:ext cx="5257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6642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BLUF — BOTTOM LINE UP FRONT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48840"/>
            <a:ext cx="4709160" cy="297180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23957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BOTTOM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Prioritized correlated threat requiring investigation.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Aptos"/>
              </a:rPr>
              <a:t>Priority: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813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MITRE: mapped attacker behavior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187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Evidence: multiple source observations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72000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Action: investigate affected assets and validate indicators.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Step 6 — Dashboard &amp;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Show the evaluator how the pipeline becomes an operational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536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Aptos"/>
              </a:rPr>
              <a:t>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1F5F9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51460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84448" y="1536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D3EE"/>
                </a:solidFill>
                <a:latin typeface="Aptos"/>
              </a:rPr>
              <a:t>CORRELATED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1F5F9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251460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36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87171"/>
                </a:solidFill>
                <a:latin typeface="Aptos"/>
              </a:rPr>
              <a:t>HIGH /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1F5F9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25880"/>
            <a:ext cx="251460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45167" y="1536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ACC15"/>
                </a:solidFill>
                <a:latin typeface="Aptos"/>
              </a:rPr>
              <a:t>FALSE POSITIVES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7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1F5F9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26080"/>
            <a:ext cx="3246120" cy="73152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1272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Start Feed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926080"/>
            <a:ext cx="3246120" cy="73152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1272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Watch 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926080"/>
            <a:ext cx="3246120" cy="73152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1272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Open Incident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3246120" cy="73152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2702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51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Review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069080"/>
            <a:ext cx="3246120" cy="73152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42702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51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View MITRE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069080"/>
            <a:ext cx="3246120" cy="731520"/>
          </a:xfrm>
          <a:prstGeom prst="roundRect">
            <a:avLst/>
          </a:prstGeom>
          <a:solidFill>
            <a:srgbClr val="161F30"/>
          </a:solidFill>
          <a:ln>
            <a:solidFill>
              <a:srgbClr val="2A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42702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251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Read BLUF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1F5F9"/>
                </a:solidFill>
                <a:latin typeface="Aptos"/>
              </a:rPr>
              <a:t>Demo story: a new event arrives → gets normalized → receives an ML signal → correlates with other evidence → forms an incident → gets MITRE context → receives priority → appears in BLUF.</a:t>
            </a:r>
          </a:p>
          <a:p>
            <a:r>
              <a:t>• Demo uses live feed events; the underlying system is supported by 15,000 dataset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Complete Flow &amp; 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CBE"/>
                </a:solidFill>
                <a:latin typeface="Aptos"/>
              </a:rPr>
              <a:t>ThreatForge's final end-to-end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5819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141732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15819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15819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Feed 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41732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5819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15819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Ingestion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41732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15819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15819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Normalize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2" y="141732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15819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5819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XGBoost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41732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68712" y="15819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87171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9608" y="15819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Correlate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65176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281635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8163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Incident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41448" y="265176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4600" y="281635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5496" y="28163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MITRE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265176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53128" y="281635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Aptos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4" y="28163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Enrich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18504" y="265176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1656" y="281635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Apto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2552" y="28163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Priority + BLUF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57032" y="2651760"/>
            <a:ext cx="1664208" cy="749808"/>
          </a:xfrm>
          <a:prstGeom prst="roundRect">
            <a:avLst/>
          </a:prstGeom>
          <a:solidFill>
            <a:srgbClr val="11182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0184" y="281635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8163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1F5F9"/>
                </a:solidFill>
                <a:latin typeface="Aptos"/>
              </a:rPr>
              <a:t>Dashboard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069080"/>
            <a:ext cx="10652760" cy="1325880"/>
          </a:xfrm>
          <a:prstGeom prst="roundRect">
            <a:avLst/>
          </a:prstGeom>
          <a:solidFill>
            <a:srgbClr val="161F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156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THE CORE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251960"/>
            <a:ext cx="813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1F5F9"/>
                </a:solidFill>
                <a:latin typeface="Aptos"/>
              </a:rPr>
              <a:t>ThreatForge</a:t>
            </a:r>
            <a:r>
              <a:rPr sz="1500" b="1" dirty="0">
                <a:solidFill>
                  <a:srgbClr val="F1F5F9"/>
                </a:solidFill>
                <a:latin typeface="Aptos"/>
              </a:rPr>
              <a:t> reduces alert overload by fusing multi-source evidence, prioritizing correlated threats, adding standardized security context, and presenting the bottom line first.</a:t>
            </a:r>
          </a:p>
          <a:p>
            <a:r>
              <a:rPr dirty="0"/>
              <a:t>• </a:t>
            </a:r>
            <a:r>
              <a:rPr dirty="0">
                <a:solidFill>
                  <a:schemeClr val="bg1"/>
                </a:solidFill>
              </a:rPr>
              <a:t>15,000-record dataset + live Feed Bot → evidence-driven </a:t>
            </a:r>
            <a:r>
              <a:rPr dirty="0" err="1">
                <a:solidFill>
                  <a:schemeClr val="bg1"/>
                </a:solidFill>
              </a:rPr>
              <a:t>prioritisation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400" y="5806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ptos"/>
              </a:rPr>
              <a:t>THREATFORGE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806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From fragmented alerts → evidence-backed action.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CBE"/>
                </a:solidFill>
                <a:latin typeface="Aptos"/>
              </a:rPr>
              <a:t>THREATFORGE  •  Threat Intelligence Correlation &amp; Alert Prioritisation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843</Words>
  <Application>Microsoft Office PowerPoint</Application>
  <PresentationFormat>Widescreen</PresentationFormat>
  <Paragraphs>208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pinak gathani</cp:lastModifiedBy>
  <cp:revision>2</cp:revision>
  <dcterms:created xsi:type="dcterms:W3CDTF">2013-01-27T09:14:16Z</dcterms:created>
  <dcterms:modified xsi:type="dcterms:W3CDTF">2026-09-19T08:54:18Z</dcterms:modified>
  <cp:category/>
</cp:coreProperties>
</file>